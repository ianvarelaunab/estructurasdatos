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32499300" cy="18288000"/>
  <p:notesSz cx="6858000" cy="9144000"/>
  <p:embeddedFontLst>
    <p:embeddedFont>
      <p:font typeface="Open Sans Bold" charset="1" panose="020B0806030504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7.jpeg" Type="http://schemas.openxmlformats.org/officeDocument/2006/relationships/image"/><Relationship Id="rId4" Target="../media/image28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9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32.jpeg" Type="http://schemas.openxmlformats.org/officeDocument/2006/relationships/image"/><Relationship Id="rId4" Target="../media/VAG6SpbGHZw.mp4" Type="http://schemas.openxmlformats.org/officeDocument/2006/relationships/video"/><Relationship Id="rId5" Target="../media/VAG6SpbGHZw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9408" y="1431666"/>
            <a:ext cx="29761842" cy="15506130"/>
            <a:chOff x="0" y="0"/>
            <a:chExt cx="4409162" cy="22972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09162" cy="2297204"/>
            </a:xfrm>
            <a:custGeom>
              <a:avLst/>
              <a:gdLst/>
              <a:ahLst/>
              <a:cxnLst/>
              <a:rect r="r" b="b" t="t" l="l"/>
              <a:pathLst>
                <a:path h="2297204" w="4409162">
                  <a:moveTo>
                    <a:pt x="23412" y="0"/>
                  </a:moveTo>
                  <a:lnTo>
                    <a:pt x="4385750" y="0"/>
                  </a:lnTo>
                  <a:cubicBezTo>
                    <a:pt x="4398680" y="0"/>
                    <a:pt x="4409162" y="10482"/>
                    <a:pt x="4409162" y="23412"/>
                  </a:cubicBezTo>
                  <a:lnTo>
                    <a:pt x="4409162" y="2273793"/>
                  </a:lnTo>
                  <a:cubicBezTo>
                    <a:pt x="4409162" y="2286723"/>
                    <a:pt x="4398680" y="2297204"/>
                    <a:pt x="4385750" y="2297204"/>
                  </a:cubicBezTo>
                  <a:lnTo>
                    <a:pt x="23412" y="2297204"/>
                  </a:lnTo>
                  <a:cubicBezTo>
                    <a:pt x="10482" y="2297204"/>
                    <a:pt x="0" y="2286723"/>
                    <a:pt x="0" y="2273793"/>
                  </a:cubicBezTo>
                  <a:lnTo>
                    <a:pt x="0" y="23412"/>
                  </a:lnTo>
                  <a:cubicBezTo>
                    <a:pt x="0" y="10482"/>
                    <a:pt x="10482" y="0"/>
                    <a:pt x="23412" y="0"/>
                  </a:cubicBezTo>
                  <a:close/>
                </a:path>
              </a:pathLst>
            </a:custGeom>
            <a:solidFill>
              <a:srgbClr val="221F4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09162" cy="2363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23967" y="4591730"/>
            <a:ext cx="16630065" cy="9104541"/>
          </a:xfrm>
          <a:custGeom>
            <a:avLst/>
            <a:gdLst/>
            <a:ahLst/>
            <a:cxnLst/>
            <a:rect r="r" b="b" t="t" l="l"/>
            <a:pathLst>
              <a:path h="9104541" w="16630065">
                <a:moveTo>
                  <a:pt x="0" y="0"/>
                </a:moveTo>
                <a:lnTo>
                  <a:pt x="16630065" y="0"/>
                </a:lnTo>
                <a:lnTo>
                  <a:pt x="16630065" y="9104540"/>
                </a:lnTo>
                <a:lnTo>
                  <a:pt x="0" y="9104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753123" y="1643479"/>
            <a:ext cx="10679663" cy="14998215"/>
          </a:xfrm>
          <a:custGeom>
            <a:avLst/>
            <a:gdLst/>
            <a:ahLst/>
            <a:cxnLst/>
            <a:rect r="r" b="b" t="t" l="l"/>
            <a:pathLst>
              <a:path h="14998215" w="10679663">
                <a:moveTo>
                  <a:pt x="0" y="0"/>
                </a:moveTo>
                <a:lnTo>
                  <a:pt x="10679663" y="0"/>
                </a:lnTo>
                <a:lnTo>
                  <a:pt x="10679663" y="14998215"/>
                </a:lnTo>
                <a:lnTo>
                  <a:pt x="0" y="14998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3491" y="1401686"/>
            <a:ext cx="29679897" cy="15484627"/>
            <a:chOff x="0" y="0"/>
            <a:chExt cx="4397022" cy="22940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7022" cy="2294019"/>
            </a:xfrm>
            <a:custGeom>
              <a:avLst/>
              <a:gdLst/>
              <a:ahLst/>
              <a:cxnLst/>
              <a:rect r="r" b="b" t="t" l="l"/>
              <a:pathLst>
                <a:path h="2294019" w="4397022">
                  <a:moveTo>
                    <a:pt x="23476" y="0"/>
                  </a:moveTo>
                  <a:lnTo>
                    <a:pt x="4373546" y="0"/>
                  </a:lnTo>
                  <a:cubicBezTo>
                    <a:pt x="4379772" y="0"/>
                    <a:pt x="4385743" y="2473"/>
                    <a:pt x="4390146" y="6876"/>
                  </a:cubicBezTo>
                  <a:cubicBezTo>
                    <a:pt x="4394548" y="11279"/>
                    <a:pt x="4397022" y="17250"/>
                    <a:pt x="4397022" y="23476"/>
                  </a:cubicBezTo>
                  <a:lnTo>
                    <a:pt x="4397022" y="2270543"/>
                  </a:lnTo>
                  <a:cubicBezTo>
                    <a:pt x="4397022" y="2283508"/>
                    <a:pt x="4386511" y="2294019"/>
                    <a:pt x="4373546" y="2294019"/>
                  </a:cubicBezTo>
                  <a:lnTo>
                    <a:pt x="23476" y="2294019"/>
                  </a:lnTo>
                  <a:cubicBezTo>
                    <a:pt x="17250" y="2294019"/>
                    <a:pt x="11279" y="2291546"/>
                    <a:pt x="6876" y="2287143"/>
                  </a:cubicBezTo>
                  <a:cubicBezTo>
                    <a:pt x="2473" y="2282740"/>
                    <a:pt x="0" y="2276769"/>
                    <a:pt x="0" y="2270543"/>
                  </a:cubicBezTo>
                  <a:lnTo>
                    <a:pt x="0" y="23476"/>
                  </a:lnTo>
                  <a:cubicBezTo>
                    <a:pt x="0" y="17250"/>
                    <a:pt x="2473" y="11279"/>
                    <a:pt x="6876" y="6876"/>
                  </a:cubicBezTo>
                  <a:cubicBezTo>
                    <a:pt x="11279" y="2473"/>
                    <a:pt x="17250" y="0"/>
                    <a:pt x="23476" y="0"/>
                  </a:cubicBezTo>
                  <a:close/>
                </a:path>
              </a:pathLst>
            </a:custGeom>
            <a:solidFill>
              <a:srgbClr val="1C1C4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397022" cy="2360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057525" y="1401686"/>
            <a:ext cx="11694021" cy="15484627"/>
          </a:xfrm>
          <a:custGeom>
            <a:avLst/>
            <a:gdLst/>
            <a:ahLst/>
            <a:cxnLst/>
            <a:rect r="r" b="b" t="t" l="l"/>
            <a:pathLst>
              <a:path h="15484627" w="11694021">
                <a:moveTo>
                  <a:pt x="0" y="0"/>
                </a:moveTo>
                <a:lnTo>
                  <a:pt x="11694021" y="0"/>
                </a:lnTo>
                <a:lnTo>
                  <a:pt x="11694021" y="15484628"/>
                </a:lnTo>
                <a:lnTo>
                  <a:pt x="0" y="15484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435942" y="1401686"/>
            <a:ext cx="11694021" cy="15484627"/>
          </a:xfrm>
          <a:custGeom>
            <a:avLst/>
            <a:gdLst/>
            <a:ahLst/>
            <a:cxnLst/>
            <a:rect r="r" b="b" t="t" l="l"/>
            <a:pathLst>
              <a:path h="15484627" w="11694021">
                <a:moveTo>
                  <a:pt x="0" y="0"/>
                </a:moveTo>
                <a:lnTo>
                  <a:pt x="11694020" y="0"/>
                </a:lnTo>
                <a:lnTo>
                  <a:pt x="11694020" y="15484628"/>
                </a:lnTo>
                <a:lnTo>
                  <a:pt x="0" y="15484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07" r="0" b="-1707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56837" y="1456474"/>
            <a:ext cx="18395151" cy="15375052"/>
          </a:xfrm>
          <a:custGeom>
            <a:avLst/>
            <a:gdLst/>
            <a:ahLst/>
            <a:cxnLst/>
            <a:rect r="r" b="b" t="t" l="l"/>
            <a:pathLst>
              <a:path h="15375052" w="18395151">
                <a:moveTo>
                  <a:pt x="0" y="0"/>
                </a:moveTo>
                <a:lnTo>
                  <a:pt x="18395151" y="0"/>
                </a:lnTo>
                <a:lnTo>
                  <a:pt x="18395151" y="15375052"/>
                </a:lnTo>
                <a:lnTo>
                  <a:pt x="0" y="15375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6013" y="1348167"/>
            <a:ext cx="29639352" cy="15640755"/>
            <a:chOff x="0" y="0"/>
            <a:chExt cx="4391015" cy="23171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91015" cy="2317149"/>
            </a:xfrm>
            <a:custGeom>
              <a:avLst/>
              <a:gdLst/>
              <a:ahLst/>
              <a:cxnLst/>
              <a:rect r="r" b="b" t="t" l="l"/>
              <a:pathLst>
                <a:path h="2317149" w="4391015">
                  <a:moveTo>
                    <a:pt x="23508" y="0"/>
                  </a:moveTo>
                  <a:lnTo>
                    <a:pt x="4367507" y="0"/>
                  </a:lnTo>
                  <a:cubicBezTo>
                    <a:pt x="4380490" y="0"/>
                    <a:pt x="4391015" y="10525"/>
                    <a:pt x="4391015" y="23508"/>
                  </a:cubicBezTo>
                  <a:lnTo>
                    <a:pt x="4391015" y="2293640"/>
                  </a:lnTo>
                  <a:cubicBezTo>
                    <a:pt x="4391015" y="2299875"/>
                    <a:pt x="4388539" y="2305855"/>
                    <a:pt x="4384130" y="2310263"/>
                  </a:cubicBezTo>
                  <a:cubicBezTo>
                    <a:pt x="4379721" y="2314672"/>
                    <a:pt x="4373742" y="2317149"/>
                    <a:pt x="4367507" y="2317149"/>
                  </a:cubicBezTo>
                  <a:lnTo>
                    <a:pt x="23508" y="2317149"/>
                  </a:lnTo>
                  <a:cubicBezTo>
                    <a:pt x="10525" y="2317149"/>
                    <a:pt x="0" y="2306624"/>
                    <a:pt x="0" y="2293640"/>
                  </a:cubicBezTo>
                  <a:lnTo>
                    <a:pt x="0" y="23508"/>
                  </a:lnTo>
                  <a:cubicBezTo>
                    <a:pt x="0" y="10525"/>
                    <a:pt x="10525" y="0"/>
                    <a:pt x="23508" y="0"/>
                  </a:cubicBezTo>
                  <a:close/>
                </a:path>
              </a:pathLst>
            </a:custGeom>
            <a:solidFill>
              <a:srgbClr val="18173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391015" cy="2383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76013" y="2938484"/>
            <a:ext cx="13865449" cy="12411032"/>
          </a:xfrm>
          <a:custGeom>
            <a:avLst/>
            <a:gdLst/>
            <a:ahLst/>
            <a:cxnLst/>
            <a:rect r="r" b="b" t="t" l="l"/>
            <a:pathLst>
              <a:path h="12411032" w="13865449">
                <a:moveTo>
                  <a:pt x="0" y="0"/>
                </a:moveTo>
                <a:lnTo>
                  <a:pt x="13865450" y="0"/>
                </a:lnTo>
                <a:lnTo>
                  <a:pt x="13865450" y="12411032"/>
                </a:lnTo>
                <a:lnTo>
                  <a:pt x="0" y="12411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22799" y="4042277"/>
            <a:ext cx="15421116" cy="10203445"/>
          </a:xfrm>
          <a:custGeom>
            <a:avLst/>
            <a:gdLst/>
            <a:ahLst/>
            <a:cxnLst/>
            <a:rect r="r" b="b" t="t" l="l"/>
            <a:pathLst>
              <a:path h="10203445" w="15421116">
                <a:moveTo>
                  <a:pt x="0" y="0"/>
                </a:moveTo>
                <a:lnTo>
                  <a:pt x="15421116" y="0"/>
                </a:lnTo>
                <a:lnTo>
                  <a:pt x="15421116" y="10203446"/>
                </a:lnTo>
                <a:lnTo>
                  <a:pt x="0" y="10203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2183" y="1191037"/>
            <a:ext cx="11130031" cy="15828522"/>
          </a:xfrm>
          <a:custGeom>
            <a:avLst/>
            <a:gdLst/>
            <a:ahLst/>
            <a:cxnLst/>
            <a:rect r="r" b="b" t="t" l="l"/>
            <a:pathLst>
              <a:path h="15828522" w="11130031">
                <a:moveTo>
                  <a:pt x="0" y="0"/>
                </a:moveTo>
                <a:lnTo>
                  <a:pt x="11130032" y="0"/>
                </a:lnTo>
                <a:lnTo>
                  <a:pt x="11130032" y="15828522"/>
                </a:lnTo>
                <a:lnTo>
                  <a:pt x="0" y="15828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97468" y="2470764"/>
            <a:ext cx="27317061" cy="13346472"/>
          </a:xfrm>
          <a:custGeom>
            <a:avLst/>
            <a:gdLst/>
            <a:ahLst/>
            <a:cxnLst/>
            <a:rect r="r" b="b" t="t" l="l"/>
            <a:pathLst>
              <a:path h="13346472" w="27317061">
                <a:moveTo>
                  <a:pt x="0" y="0"/>
                </a:moveTo>
                <a:lnTo>
                  <a:pt x="27317061" y="0"/>
                </a:lnTo>
                <a:lnTo>
                  <a:pt x="27317061" y="13346472"/>
                </a:lnTo>
                <a:lnTo>
                  <a:pt x="0" y="13346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8800" y="1499428"/>
            <a:ext cx="29219358" cy="15289144"/>
            <a:chOff x="0" y="0"/>
            <a:chExt cx="4328794" cy="22650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8794" cy="2265058"/>
            </a:xfrm>
            <a:custGeom>
              <a:avLst/>
              <a:gdLst/>
              <a:ahLst/>
              <a:cxnLst/>
              <a:rect r="r" b="b" t="t" l="l"/>
              <a:pathLst>
                <a:path h="2265058" w="4328794">
                  <a:moveTo>
                    <a:pt x="23846" y="0"/>
                  </a:moveTo>
                  <a:lnTo>
                    <a:pt x="4304948" y="0"/>
                  </a:lnTo>
                  <a:cubicBezTo>
                    <a:pt x="4311272" y="0"/>
                    <a:pt x="4317338" y="2512"/>
                    <a:pt x="4321809" y="6984"/>
                  </a:cubicBezTo>
                  <a:cubicBezTo>
                    <a:pt x="4326282" y="11456"/>
                    <a:pt x="4328794" y="17522"/>
                    <a:pt x="4328794" y="23846"/>
                  </a:cubicBezTo>
                  <a:lnTo>
                    <a:pt x="4328794" y="2241212"/>
                  </a:lnTo>
                  <a:cubicBezTo>
                    <a:pt x="4328794" y="2247536"/>
                    <a:pt x="4326282" y="2253602"/>
                    <a:pt x="4321809" y="2258074"/>
                  </a:cubicBezTo>
                  <a:cubicBezTo>
                    <a:pt x="4317338" y="2262546"/>
                    <a:pt x="4311272" y="2265058"/>
                    <a:pt x="4304948" y="2265058"/>
                  </a:cubicBezTo>
                  <a:lnTo>
                    <a:pt x="23846" y="2265058"/>
                  </a:lnTo>
                  <a:cubicBezTo>
                    <a:pt x="17522" y="2265058"/>
                    <a:pt x="11456" y="2262546"/>
                    <a:pt x="6984" y="2258074"/>
                  </a:cubicBezTo>
                  <a:cubicBezTo>
                    <a:pt x="2512" y="2253602"/>
                    <a:pt x="0" y="2247536"/>
                    <a:pt x="0" y="2241212"/>
                  </a:cubicBezTo>
                  <a:lnTo>
                    <a:pt x="0" y="23846"/>
                  </a:lnTo>
                  <a:cubicBezTo>
                    <a:pt x="0" y="17522"/>
                    <a:pt x="2512" y="11456"/>
                    <a:pt x="6984" y="6984"/>
                  </a:cubicBezTo>
                  <a:cubicBezTo>
                    <a:pt x="11456" y="2512"/>
                    <a:pt x="17522" y="0"/>
                    <a:pt x="23846" y="0"/>
                  </a:cubicBezTo>
                  <a:close/>
                </a:path>
              </a:pathLst>
            </a:custGeom>
            <a:solidFill>
              <a:srgbClr val="1817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328794" cy="2331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28800" y="1828800"/>
            <a:ext cx="12911328" cy="14630400"/>
          </a:xfrm>
          <a:custGeom>
            <a:avLst/>
            <a:gdLst/>
            <a:ahLst/>
            <a:cxnLst/>
            <a:rect r="r" b="b" t="t" l="l"/>
            <a:pathLst>
              <a:path h="14630400" w="12911328">
                <a:moveTo>
                  <a:pt x="0" y="0"/>
                </a:moveTo>
                <a:lnTo>
                  <a:pt x="12911328" y="0"/>
                </a:lnTo>
                <a:lnTo>
                  <a:pt x="12911328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41441" y="4683666"/>
            <a:ext cx="15678117" cy="9186143"/>
          </a:xfrm>
          <a:custGeom>
            <a:avLst/>
            <a:gdLst/>
            <a:ahLst/>
            <a:cxnLst/>
            <a:rect r="r" b="b" t="t" l="l"/>
            <a:pathLst>
              <a:path h="9186143" w="15678117">
                <a:moveTo>
                  <a:pt x="0" y="0"/>
                </a:moveTo>
                <a:lnTo>
                  <a:pt x="15678117" y="0"/>
                </a:lnTo>
                <a:lnTo>
                  <a:pt x="15678117" y="9186143"/>
                </a:lnTo>
                <a:lnTo>
                  <a:pt x="0" y="9186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8634" y="1375252"/>
            <a:ext cx="30056089" cy="15635127"/>
            <a:chOff x="0" y="0"/>
            <a:chExt cx="4452754" cy="23163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52754" cy="2316315"/>
            </a:xfrm>
            <a:custGeom>
              <a:avLst/>
              <a:gdLst/>
              <a:ahLst/>
              <a:cxnLst/>
              <a:rect r="r" b="b" t="t" l="l"/>
              <a:pathLst>
                <a:path h="2316315" w="4452754">
                  <a:moveTo>
                    <a:pt x="23182" y="0"/>
                  </a:moveTo>
                  <a:lnTo>
                    <a:pt x="4429571" y="0"/>
                  </a:lnTo>
                  <a:cubicBezTo>
                    <a:pt x="4435720" y="0"/>
                    <a:pt x="4441616" y="2442"/>
                    <a:pt x="4445964" y="6790"/>
                  </a:cubicBezTo>
                  <a:cubicBezTo>
                    <a:pt x="4450311" y="11138"/>
                    <a:pt x="4452754" y="17034"/>
                    <a:pt x="4452754" y="23182"/>
                  </a:cubicBezTo>
                  <a:lnTo>
                    <a:pt x="4452754" y="2293133"/>
                  </a:lnTo>
                  <a:cubicBezTo>
                    <a:pt x="4452754" y="2299281"/>
                    <a:pt x="4450311" y="2305178"/>
                    <a:pt x="4445964" y="2309525"/>
                  </a:cubicBezTo>
                  <a:cubicBezTo>
                    <a:pt x="4441616" y="2313873"/>
                    <a:pt x="4435720" y="2316315"/>
                    <a:pt x="4429571" y="2316315"/>
                  </a:cubicBezTo>
                  <a:lnTo>
                    <a:pt x="23182" y="2316315"/>
                  </a:lnTo>
                  <a:cubicBezTo>
                    <a:pt x="17034" y="2316315"/>
                    <a:pt x="11138" y="2313873"/>
                    <a:pt x="6790" y="2309525"/>
                  </a:cubicBezTo>
                  <a:cubicBezTo>
                    <a:pt x="2442" y="2305178"/>
                    <a:pt x="0" y="2299281"/>
                    <a:pt x="0" y="2293133"/>
                  </a:cubicBezTo>
                  <a:lnTo>
                    <a:pt x="0" y="23182"/>
                  </a:lnTo>
                  <a:cubicBezTo>
                    <a:pt x="0" y="17034"/>
                    <a:pt x="2442" y="11138"/>
                    <a:pt x="6790" y="6790"/>
                  </a:cubicBezTo>
                  <a:cubicBezTo>
                    <a:pt x="11138" y="2442"/>
                    <a:pt x="17034" y="0"/>
                    <a:pt x="23182" y="0"/>
                  </a:cubicBezTo>
                  <a:close/>
                </a:path>
              </a:pathLst>
            </a:custGeom>
            <a:solidFill>
              <a:srgbClr val="17163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52754" cy="2382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106355" y="1618449"/>
            <a:ext cx="10299286" cy="15051103"/>
          </a:xfrm>
          <a:custGeom>
            <a:avLst/>
            <a:gdLst/>
            <a:ahLst/>
            <a:cxnLst/>
            <a:rect r="r" b="b" t="t" l="l"/>
            <a:pathLst>
              <a:path h="15051103" w="10299286">
                <a:moveTo>
                  <a:pt x="0" y="0"/>
                </a:moveTo>
                <a:lnTo>
                  <a:pt x="10299286" y="0"/>
                </a:lnTo>
                <a:lnTo>
                  <a:pt x="10299286" y="15051102"/>
                </a:lnTo>
                <a:lnTo>
                  <a:pt x="0" y="15051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88630" y="5333031"/>
            <a:ext cx="22331565" cy="7621938"/>
          </a:xfrm>
          <a:custGeom>
            <a:avLst/>
            <a:gdLst/>
            <a:ahLst/>
            <a:cxnLst/>
            <a:rect r="r" b="b" t="t" l="l"/>
            <a:pathLst>
              <a:path h="7621938" w="22331565">
                <a:moveTo>
                  <a:pt x="0" y="0"/>
                </a:moveTo>
                <a:lnTo>
                  <a:pt x="22331565" y="0"/>
                </a:lnTo>
                <a:lnTo>
                  <a:pt x="22331565" y="7621938"/>
                </a:lnTo>
                <a:lnTo>
                  <a:pt x="0" y="76219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6767" y="1241461"/>
            <a:ext cx="29919554" cy="15731373"/>
            <a:chOff x="0" y="0"/>
            <a:chExt cx="4432527" cy="23305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32526" cy="2330574"/>
            </a:xfrm>
            <a:custGeom>
              <a:avLst/>
              <a:gdLst/>
              <a:ahLst/>
              <a:cxnLst/>
              <a:rect r="r" b="b" t="t" l="l"/>
              <a:pathLst>
                <a:path h="2330574" w="4432526">
                  <a:moveTo>
                    <a:pt x="23288" y="0"/>
                  </a:moveTo>
                  <a:lnTo>
                    <a:pt x="4409238" y="0"/>
                  </a:lnTo>
                  <a:cubicBezTo>
                    <a:pt x="4415415" y="0"/>
                    <a:pt x="4421338" y="2454"/>
                    <a:pt x="4425705" y="6821"/>
                  </a:cubicBezTo>
                  <a:cubicBezTo>
                    <a:pt x="4430073" y="11188"/>
                    <a:pt x="4432526" y="17112"/>
                    <a:pt x="4432526" y="23288"/>
                  </a:cubicBezTo>
                  <a:lnTo>
                    <a:pt x="4432526" y="2307286"/>
                  </a:lnTo>
                  <a:cubicBezTo>
                    <a:pt x="4432526" y="2313462"/>
                    <a:pt x="4430073" y="2319385"/>
                    <a:pt x="4425705" y="2323753"/>
                  </a:cubicBezTo>
                  <a:cubicBezTo>
                    <a:pt x="4421338" y="2328120"/>
                    <a:pt x="4415415" y="2330574"/>
                    <a:pt x="4409238" y="2330574"/>
                  </a:cubicBezTo>
                  <a:lnTo>
                    <a:pt x="23288" y="2330574"/>
                  </a:lnTo>
                  <a:cubicBezTo>
                    <a:pt x="17112" y="2330574"/>
                    <a:pt x="11188" y="2328120"/>
                    <a:pt x="6821" y="2323753"/>
                  </a:cubicBezTo>
                  <a:cubicBezTo>
                    <a:pt x="2454" y="2319385"/>
                    <a:pt x="0" y="2313462"/>
                    <a:pt x="0" y="2307286"/>
                  </a:cubicBezTo>
                  <a:lnTo>
                    <a:pt x="0" y="23288"/>
                  </a:lnTo>
                  <a:cubicBezTo>
                    <a:pt x="0" y="17112"/>
                    <a:pt x="2454" y="11188"/>
                    <a:pt x="6821" y="6821"/>
                  </a:cubicBezTo>
                  <a:cubicBezTo>
                    <a:pt x="11188" y="2454"/>
                    <a:pt x="17112" y="0"/>
                    <a:pt x="23288" y="0"/>
                  </a:cubicBezTo>
                  <a:close/>
                </a:path>
              </a:pathLst>
            </a:custGeom>
            <a:solidFill>
              <a:srgbClr val="1C1C4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32527" cy="2397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30349" y="1435509"/>
            <a:ext cx="10285260" cy="15343276"/>
          </a:xfrm>
          <a:custGeom>
            <a:avLst/>
            <a:gdLst/>
            <a:ahLst/>
            <a:cxnLst/>
            <a:rect r="r" b="b" t="t" l="l"/>
            <a:pathLst>
              <a:path h="15343276" w="10285260">
                <a:moveTo>
                  <a:pt x="0" y="0"/>
                </a:moveTo>
                <a:lnTo>
                  <a:pt x="10285260" y="0"/>
                </a:lnTo>
                <a:lnTo>
                  <a:pt x="10285260" y="15343277"/>
                </a:lnTo>
                <a:lnTo>
                  <a:pt x="0" y="15343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94" r="-1814" b="-112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31901" y="6745700"/>
            <a:ext cx="17848149" cy="4722895"/>
          </a:xfrm>
          <a:custGeom>
            <a:avLst/>
            <a:gdLst/>
            <a:ahLst/>
            <a:cxnLst/>
            <a:rect r="r" b="b" t="t" l="l"/>
            <a:pathLst>
              <a:path h="4722895" w="17848149">
                <a:moveTo>
                  <a:pt x="0" y="0"/>
                </a:moveTo>
                <a:lnTo>
                  <a:pt x="17848149" y="0"/>
                </a:lnTo>
                <a:lnTo>
                  <a:pt x="17848149" y="4722895"/>
                </a:lnTo>
                <a:lnTo>
                  <a:pt x="0" y="4722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63133" y="1828800"/>
            <a:ext cx="13985731" cy="14630400"/>
          </a:xfrm>
          <a:custGeom>
            <a:avLst/>
            <a:gdLst/>
            <a:ahLst/>
            <a:cxnLst/>
            <a:rect r="r" b="b" t="t" l="l"/>
            <a:pathLst>
              <a:path h="14630400" w="13985731">
                <a:moveTo>
                  <a:pt x="0" y="0"/>
                </a:moveTo>
                <a:lnTo>
                  <a:pt x="13985731" y="0"/>
                </a:lnTo>
                <a:lnTo>
                  <a:pt x="13985731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2511997" cy="18288000"/>
          </a:xfrm>
          <a:custGeom>
            <a:avLst/>
            <a:gdLst/>
            <a:ahLst/>
            <a:cxnLst/>
            <a:rect r="r" b="b" t="t" l="l"/>
            <a:pathLst>
              <a:path h="18288000" w="32511997">
                <a:moveTo>
                  <a:pt x="0" y="0"/>
                </a:moveTo>
                <a:lnTo>
                  <a:pt x="32511997" y="0"/>
                </a:lnTo>
                <a:lnTo>
                  <a:pt x="325119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70268" y="3657600"/>
            <a:ext cx="20722555" cy="5486400"/>
            <a:chOff x="0" y="0"/>
            <a:chExt cx="307000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70008" cy="812800"/>
            </a:xfrm>
            <a:custGeom>
              <a:avLst/>
              <a:gdLst/>
              <a:ahLst/>
              <a:cxnLst/>
              <a:rect r="r" b="b" t="t" l="l"/>
              <a:pathLst>
                <a:path h="812800" w="3070008">
                  <a:moveTo>
                    <a:pt x="33624" y="0"/>
                  </a:moveTo>
                  <a:lnTo>
                    <a:pt x="3036384" y="0"/>
                  </a:lnTo>
                  <a:cubicBezTo>
                    <a:pt x="3045302" y="0"/>
                    <a:pt x="3053854" y="3543"/>
                    <a:pt x="3060160" y="9848"/>
                  </a:cubicBezTo>
                  <a:cubicBezTo>
                    <a:pt x="3066466" y="16154"/>
                    <a:pt x="3070008" y="24706"/>
                    <a:pt x="3070008" y="33624"/>
                  </a:cubicBezTo>
                  <a:lnTo>
                    <a:pt x="3070008" y="779176"/>
                  </a:lnTo>
                  <a:cubicBezTo>
                    <a:pt x="3070008" y="788094"/>
                    <a:pt x="3066466" y="796646"/>
                    <a:pt x="3060160" y="802952"/>
                  </a:cubicBezTo>
                  <a:cubicBezTo>
                    <a:pt x="3053854" y="809257"/>
                    <a:pt x="3045302" y="812800"/>
                    <a:pt x="3036384" y="812800"/>
                  </a:cubicBezTo>
                  <a:lnTo>
                    <a:pt x="33624" y="812800"/>
                  </a:lnTo>
                  <a:cubicBezTo>
                    <a:pt x="24706" y="812800"/>
                    <a:pt x="16154" y="809257"/>
                    <a:pt x="9848" y="802952"/>
                  </a:cubicBezTo>
                  <a:cubicBezTo>
                    <a:pt x="3543" y="796646"/>
                    <a:pt x="0" y="788094"/>
                    <a:pt x="0" y="779176"/>
                  </a:cubicBezTo>
                  <a:lnTo>
                    <a:pt x="0" y="33624"/>
                  </a:lnTo>
                  <a:cubicBezTo>
                    <a:pt x="0" y="24706"/>
                    <a:pt x="3543" y="16154"/>
                    <a:pt x="9848" y="9848"/>
                  </a:cubicBezTo>
                  <a:cubicBezTo>
                    <a:pt x="16154" y="3543"/>
                    <a:pt x="24706" y="0"/>
                    <a:pt x="33624" y="0"/>
                  </a:cubicBezTo>
                  <a:close/>
                </a:path>
              </a:pathLst>
            </a:custGeom>
            <a:solidFill>
              <a:srgbClr val="F6AC2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3070008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</a:pPr>
            </a:p>
          </p:txBody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5642642" y="12905135"/>
            <a:ext cx="5998880" cy="4489162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359694" y="4863465"/>
            <a:ext cx="15792608" cy="276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80"/>
              </a:lnSpc>
            </a:pPr>
            <a:r>
              <a:rPr lang="en-US" sz="16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Muchas gracias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DAG6SAxTLqI</dc:identifier>
  <dcterms:modified xsi:type="dcterms:W3CDTF">2011-08-01T06:04:30Z</dcterms:modified>
  <cp:revision>1</cp:revision>
  <dc:title>Documento de sintesis. EDD</dc:title>
</cp:coreProperties>
</file>